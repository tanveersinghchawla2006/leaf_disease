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9" r:id="rId7"/>
    <p:sldId id="268" r:id="rId8"/>
    <p:sldId id="260" r:id="rId9"/>
    <p:sldId id="261" r:id="rId10"/>
    <p:sldId id="262" r:id="rId11"/>
    <p:sldId id="271" r:id="rId12"/>
    <p:sldId id="270" r:id="rId13"/>
    <p:sldId id="27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>
            <a:noAutofit/>
          </a:bodyPr>
          <a:lstStyle/>
          <a:p>
            <a:r>
              <a:rPr lang="en-IN" sz="3600" b="1" u="sng" dirty="0"/>
              <a:t>CNN Based </a:t>
            </a:r>
            <a:r>
              <a:rPr lang="en-IN" sz="3600" b="1" u="sng"/>
              <a:t>Leaf Detection </a:t>
            </a:r>
            <a:r>
              <a:rPr lang="en-IN" sz="3600" b="1" u="sng" dirty="0"/>
              <a:t>System and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b="1" dirty="0"/>
              <a:t>Tanveer Singh Chawla</a:t>
            </a:r>
          </a:p>
          <a:p>
            <a:r>
              <a:rPr lang="en-IN" b="1" dirty="0"/>
              <a:t>2427030750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b="1" dirty="0"/>
              <a:t>Mr. Tapan Kumar Dey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4341"/>
            <a:ext cx="10515600" cy="5522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3200" b="1" dirty="0"/>
              <a:t>Introduction – Crop Disease Detection</a:t>
            </a:r>
          </a:p>
          <a:p>
            <a:pPr marL="0" indent="0">
              <a:buNone/>
            </a:pPr>
            <a:endParaRPr lang="en-US" sz="3200" b="1" dirty="0"/>
          </a:p>
          <a:p>
            <a:r>
              <a:rPr lang="en-US" dirty="0"/>
              <a:t>Crop diseases are a major problem in agriculture and reduce crop yield.</a:t>
            </a:r>
          </a:p>
          <a:p>
            <a:r>
              <a:rPr lang="en-US" dirty="0"/>
              <a:t>Farmers usually detect diseases by visually inspecting plant leaves.</a:t>
            </a:r>
          </a:p>
          <a:p>
            <a:r>
              <a:rPr lang="en-US" dirty="0"/>
              <a:t>Manual detection is slow, time-consuming, and sometimes inaccurate.</a:t>
            </a:r>
          </a:p>
          <a:p>
            <a:r>
              <a:rPr lang="en-US" dirty="0"/>
              <a:t>Early and accurate detection is important to prevent crop loss.</a:t>
            </a:r>
          </a:p>
          <a:p>
            <a:r>
              <a:rPr lang="en-US" dirty="0"/>
              <a:t>Artificial Intelligence can help in fast and automatic disease detection.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DF50-DBE1-57C2-BF3F-81B2F7AC1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029" y="701500"/>
            <a:ext cx="10515600" cy="4952679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Role of AI, Computer Vision and CNN</a:t>
            </a:r>
          </a:p>
          <a:p>
            <a:endParaRPr lang="en-IN" dirty="0"/>
          </a:p>
          <a:p>
            <a:r>
              <a:rPr lang="en-IN" dirty="0"/>
              <a:t>Computer Vision helps computers </a:t>
            </a:r>
            <a:r>
              <a:rPr lang="en-IN" dirty="0" err="1"/>
              <a:t>analyze</a:t>
            </a:r>
            <a:r>
              <a:rPr lang="en-IN" dirty="0"/>
              <a:t> leaf images.</a:t>
            </a:r>
          </a:p>
          <a:p>
            <a:r>
              <a:rPr lang="en-IN" dirty="0"/>
              <a:t>Convolutional Neural Networks (CNN) learn disease patterns from images.</a:t>
            </a:r>
          </a:p>
          <a:p>
            <a:r>
              <a:rPr lang="en-IN" dirty="0"/>
              <a:t>In this project, a CNN model is built to detect leaf diseases.</a:t>
            </a:r>
          </a:p>
          <a:p>
            <a:r>
              <a:rPr lang="en-IN" dirty="0"/>
              <a:t>A hybrid approach using Computer Vision and CNN improves prediction accuracy.</a:t>
            </a:r>
          </a:p>
          <a:p>
            <a:r>
              <a:rPr lang="en-IN" dirty="0"/>
              <a:t>Quantum CNN (QCNN) is studied as a future advanced approach.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49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7078"/>
            <a:ext cx="10515600" cy="5389885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Literature Review – CNN Based Approaches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Many researchers have used Convolutional Neural Networks (CNN) for plant leaf disease detection.</a:t>
            </a:r>
          </a:p>
          <a:p>
            <a:r>
              <a:rPr lang="en-US" dirty="0"/>
              <a:t>CNN models can automatically extract features from leaf images.</a:t>
            </a:r>
          </a:p>
          <a:p>
            <a:r>
              <a:rPr lang="en-US" dirty="0"/>
              <a:t>Studies show CNN achieves high accuracy in identifying crop diseases.</a:t>
            </a:r>
          </a:p>
          <a:p>
            <a:r>
              <a:rPr lang="en-US" dirty="0"/>
              <a:t>However, CNN models require large datasets and high computational power.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49925-9210-A2E6-F5E7-D3B7E2C3E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982" y="425088"/>
            <a:ext cx="10515600" cy="61128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3200" b="1" dirty="0"/>
              <a:t>Literature Review – Hybrid Computer Vision + CNN</a:t>
            </a:r>
          </a:p>
          <a:p>
            <a:endParaRPr lang="en-US" dirty="0"/>
          </a:p>
          <a:p>
            <a:r>
              <a:rPr lang="en-US" dirty="0"/>
              <a:t>Recent works combine Computer Vision preprocessing with CNN models.</a:t>
            </a:r>
          </a:p>
          <a:p>
            <a:r>
              <a:rPr lang="en-US" dirty="0"/>
              <a:t>Techniques like image resizing, normalization, and augmentation improve model performance.</a:t>
            </a:r>
          </a:p>
          <a:p>
            <a:r>
              <a:rPr lang="en-US" dirty="0"/>
              <a:t>Hybrid CV + CNN models help in better feature extraction and higher accuracy.</a:t>
            </a:r>
          </a:p>
          <a:p>
            <a:r>
              <a:rPr lang="en-US" dirty="0"/>
              <a:t>This approach makes the model more robust for real-world leaf images.</a:t>
            </a:r>
          </a:p>
        </p:txBody>
      </p:sp>
    </p:spTree>
    <p:extLst>
      <p:ext uri="{BB962C8B-B14F-4D97-AF65-F5344CB8AC3E}">
        <p14:creationId xmlns:p14="http://schemas.microsoft.com/office/powerpoint/2010/main" val="15275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879BD-B6C9-6ECD-CBCC-4F21BA2C6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62305"/>
            <a:ext cx="10241280" cy="54794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sz="3200" b="1" dirty="0"/>
              <a:t>Literature Review – Introduction to Quantum CNN (QCNN)</a:t>
            </a:r>
          </a:p>
          <a:p>
            <a:endParaRPr lang="en-IN" dirty="0"/>
          </a:p>
          <a:p>
            <a:r>
              <a:rPr lang="en-IN" dirty="0"/>
              <a:t>Quantum Convolutional Neural Networks (QCNN) are an emerging research area.</a:t>
            </a:r>
          </a:p>
          <a:p>
            <a:endParaRPr lang="en-IN" dirty="0"/>
          </a:p>
          <a:p>
            <a:r>
              <a:rPr lang="en-IN" dirty="0"/>
              <a:t>QCNN uses quantum computing concepts like qubits and entanglement.</a:t>
            </a:r>
          </a:p>
          <a:p>
            <a:endParaRPr lang="en-IN" dirty="0"/>
          </a:p>
          <a:p>
            <a:r>
              <a:rPr lang="en-IN" dirty="0"/>
              <a:t>They may require fewer parameters and work well on smaller datasets.</a:t>
            </a:r>
          </a:p>
          <a:p>
            <a:endParaRPr lang="en-IN" dirty="0"/>
          </a:p>
          <a:p>
            <a:r>
              <a:rPr lang="en-IN" dirty="0"/>
              <a:t>Currently, QCNN is mostly in research stage and not widely implemented.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57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2010092"/>
            <a:ext cx="10515600" cy="2837815"/>
          </a:xfrm>
        </p:spPr>
        <p:txBody>
          <a:bodyPr/>
          <a:lstStyle/>
          <a:p>
            <a:r>
              <a:rPr lang="en-US" dirty="0"/>
              <a:t>Manual detection of crop leaf diseases is slow and sometimes inaccurate.</a:t>
            </a:r>
          </a:p>
          <a:p>
            <a:endParaRPr lang="en-US" dirty="0"/>
          </a:p>
          <a:p>
            <a:r>
              <a:rPr lang="en-US" dirty="0"/>
              <a:t>This project aims to automatically detect leaf diseases using a CNN-based model and explore QCNN as a future advanced approach.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IN" dirty="0"/>
              <a:t>Develop a CNN model for automatic leaf disease detection.</a:t>
            </a:r>
          </a:p>
          <a:p>
            <a:r>
              <a:rPr lang="en-IN" dirty="0"/>
              <a:t>Implement a hybrid Computer Vision + CNN approach for better accuracy.</a:t>
            </a:r>
          </a:p>
          <a:p>
            <a:r>
              <a:rPr lang="en-IN" dirty="0" err="1"/>
              <a:t>Analyze</a:t>
            </a:r>
            <a:r>
              <a:rPr lang="en-IN" dirty="0"/>
              <a:t> the concept of Quantum CNN (QCNN) for future improvements.</a:t>
            </a:r>
          </a:p>
          <a:p>
            <a:r>
              <a:rPr lang="en-IN" dirty="0"/>
              <a:t>Compare classical CNN with the idea of QCNN in agriculture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8807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Proposed Methodology 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US" b="1" u="sng" dirty="0"/>
              <a:t>Step 1: Data Collection and Preprocessing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Leaf images are collected from the </a:t>
            </a:r>
            <a:r>
              <a:rPr lang="en-US" dirty="0" err="1"/>
              <a:t>PlantVillage</a:t>
            </a:r>
            <a:r>
              <a:rPr lang="en-US" dirty="0"/>
              <a:t> dataset.</a:t>
            </a:r>
          </a:p>
          <a:p>
            <a:r>
              <a:rPr lang="en-US" dirty="0"/>
              <a:t>Images are resized and normalized for consistent input.</a:t>
            </a:r>
          </a:p>
          <a:p>
            <a:r>
              <a:rPr lang="en-US" dirty="0"/>
              <a:t>Data augmentation like rotation and flipping is applied.</a:t>
            </a:r>
          </a:p>
          <a:p>
            <a:r>
              <a:rPr lang="en-US" dirty="0"/>
              <a:t>This improves model generalization and accuracy.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93396-D064-B3F0-D688-B430C0374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77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Proposed Methodology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u="sng" dirty="0"/>
              <a:t>Step 2: CNN Model for Disease Detection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Convolutional Neural Network (CNN) is built from scratch.</a:t>
            </a:r>
          </a:p>
          <a:p>
            <a:r>
              <a:rPr lang="en-US" dirty="0"/>
              <a:t>Convolution layers extract important leaf features.</a:t>
            </a:r>
          </a:p>
          <a:p>
            <a:r>
              <a:rPr lang="en-US" dirty="0"/>
              <a:t>Pooling layers reduce dimensions and noise.</a:t>
            </a:r>
          </a:p>
          <a:p>
            <a:r>
              <a:rPr lang="en-US" dirty="0"/>
              <a:t>Fully connected layers classify the disease type.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5640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AA5B-1A0F-3798-B269-384DC7CB6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3168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/>
              <a:t>Proposed Methodology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Step 3: Hybrid Computer Vision + CNN Approach</a:t>
            </a:r>
          </a:p>
          <a:p>
            <a:endParaRPr lang="en-US" dirty="0"/>
          </a:p>
          <a:p>
            <a:r>
              <a:rPr lang="en-US" dirty="0"/>
              <a:t>Computer Vision techniques preprocess the images.</a:t>
            </a:r>
          </a:p>
          <a:p>
            <a:r>
              <a:rPr lang="en-US" dirty="0"/>
              <a:t>Feature enhancement improves important disease patterns.</a:t>
            </a:r>
          </a:p>
          <a:p>
            <a:r>
              <a:rPr lang="en-US" dirty="0"/>
              <a:t>The processed images are then passed to the CNN model.</a:t>
            </a:r>
          </a:p>
          <a:p>
            <a:r>
              <a:rPr lang="en-US" dirty="0"/>
              <a:t>This hybrid approach improves detection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734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87A53-CB1C-55BD-4EBF-CFD59B2D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34734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200" b="1" dirty="0"/>
              <a:t>Proposed Methodology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u="sng" dirty="0"/>
              <a:t>Step 4: Concept of Quantum CNN (QCNN)</a:t>
            </a:r>
          </a:p>
          <a:p>
            <a:endParaRPr lang="en-IN" dirty="0"/>
          </a:p>
          <a:p>
            <a:r>
              <a:rPr lang="en-IN" dirty="0"/>
              <a:t>QCNN uses quantum computing concepts like qubits and entanglement.</a:t>
            </a:r>
          </a:p>
          <a:p>
            <a:r>
              <a:rPr lang="en-IN" dirty="0"/>
              <a:t>It may learn complex patterns using fewer parameters.</a:t>
            </a:r>
          </a:p>
          <a:p>
            <a:r>
              <a:rPr lang="en-IN" dirty="0"/>
              <a:t>Currently, QCNN is studied as a future research extension.</a:t>
            </a:r>
          </a:p>
          <a:p>
            <a:r>
              <a:rPr lang="en-IN" dirty="0"/>
              <a:t>Implementation is limited due to hardware and complexity.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418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86" y="0"/>
            <a:ext cx="10515600" cy="1325563"/>
          </a:xfrm>
        </p:spPr>
        <p:txBody>
          <a:bodyPr/>
          <a:lstStyle/>
          <a:p>
            <a:r>
              <a:rPr lang="en-IN" dirty="0"/>
              <a:t>Result 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FFF61007-4038-515C-AFE8-46931739E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82636" y="1325562"/>
            <a:ext cx="2844393" cy="26876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FC1EFE-6AB7-0D18-3F33-B85873854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557" y="1325563"/>
            <a:ext cx="4399280" cy="26876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202F5A-8386-362B-1F23-01D9549C2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86" y="1325563"/>
            <a:ext cx="3904072" cy="26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• Research Paper: Draft in progress based on CNN vs QCNN comparative study</a:t>
            </a:r>
          </a:p>
          <a:p>
            <a:pPr marL="0" indent="0">
              <a:buNone/>
            </a:pPr>
            <a:r>
              <a:rPr lang="en-US" sz="2400" dirty="0"/>
              <a:t>• Patent: Not filed yet (planned after full QCNN implementation)</a:t>
            </a:r>
          </a:p>
          <a:p>
            <a:pPr marL="0" indent="0">
              <a:buNone/>
            </a:pPr>
            <a:r>
              <a:rPr lang="en-US" sz="2400" dirty="0"/>
              <a:t>• Copyright: Planned for model architecture and project report</a:t>
            </a:r>
          </a:p>
          <a:p>
            <a:pPr marL="0" indent="0">
              <a:buNone/>
            </a:pPr>
            <a:r>
              <a:rPr lang="en-US" sz="2400" dirty="0"/>
              <a:t>• Real Time Deployment: Partially completed (CNN model trained and tested       on leaf dataset; hybrid CV + CNN pipeline implemented)  </a:t>
            </a:r>
          </a:p>
          <a:p>
            <a:r>
              <a:rPr lang="en-US" sz="2400" dirty="0"/>
              <a:t>Current Achievement: Successfully developed and tested a CNN-based leaf disease detection model and studied QCNN as future enhancement.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1. Mohanty, S. P., Hughes, D. P., &amp; </a:t>
            </a:r>
            <a:r>
              <a:rPr lang="en-IN" dirty="0" err="1"/>
              <a:t>Salathé</a:t>
            </a:r>
            <a:r>
              <a:rPr lang="en-IN" dirty="0"/>
              <a:t>, M. (2016).</a:t>
            </a:r>
          </a:p>
          <a:p>
            <a:pPr marL="0" indent="0">
              <a:buNone/>
            </a:pPr>
            <a:r>
              <a:rPr lang="en-IN" dirty="0"/>
              <a:t>  Using Deep Learning for Image-Based Plant Disease Detection.</a:t>
            </a:r>
          </a:p>
          <a:p>
            <a:endParaRPr lang="en-IN" dirty="0"/>
          </a:p>
          <a:p>
            <a:r>
              <a:rPr lang="en-IN" dirty="0"/>
              <a:t>2. Ferentinos, K. P. (2018).</a:t>
            </a:r>
          </a:p>
          <a:p>
            <a:pPr marL="0" indent="0">
              <a:buNone/>
            </a:pPr>
            <a:r>
              <a:rPr lang="en-IN" dirty="0"/>
              <a:t>   Deep Learning Models for Plant Disease Detection in Agriculture.</a:t>
            </a:r>
          </a:p>
          <a:p>
            <a:endParaRPr lang="en-IN" dirty="0"/>
          </a:p>
          <a:p>
            <a:r>
              <a:rPr lang="en-IN" dirty="0"/>
              <a:t>3. </a:t>
            </a:r>
            <a:r>
              <a:rPr lang="en-IN" dirty="0" err="1"/>
              <a:t>PlantVillage</a:t>
            </a:r>
            <a:r>
              <a:rPr lang="en-IN" dirty="0"/>
              <a:t> Dataset.</a:t>
            </a:r>
          </a:p>
          <a:p>
            <a:pPr marL="0" indent="0">
              <a:buNone/>
            </a:pPr>
            <a:r>
              <a:rPr lang="en-IN" dirty="0"/>
              <a:t>  Public dataset for plant leaf disease classification.</a:t>
            </a:r>
          </a:p>
          <a:p>
            <a:endParaRPr lang="en-IN" dirty="0"/>
          </a:p>
          <a:p>
            <a:r>
              <a:rPr lang="en-IN" dirty="0"/>
              <a:t>4. Schuld, M., &amp; Killoran, N. (2019).</a:t>
            </a:r>
          </a:p>
          <a:p>
            <a:pPr marL="0" indent="0">
              <a:buNone/>
            </a:pPr>
            <a:r>
              <a:rPr lang="en-IN" dirty="0"/>
              <a:t>   Quantum Machine Learning with Quantum Feature Maps.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790</Words>
  <Application>Microsoft Office PowerPoint</Application>
  <PresentationFormat>Widescreen</PresentationFormat>
  <Paragraphs>108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CNN Based Leaf Detection System and Classification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Result </vt:lpstr>
      <vt:lpstr>Outcome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Tanveer singh Chawla</dc:creator>
  <cp:lastModifiedBy>Tanveer Singh Chawla [CSE - 2024]</cp:lastModifiedBy>
  <cp:revision>2</cp:revision>
  <dcterms:modified xsi:type="dcterms:W3CDTF">2026-02-18T20:25:35Z</dcterms:modified>
</cp:coreProperties>
</file>